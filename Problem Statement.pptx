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249"/>
    <a:srgbClr val="B248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beer Singh" userId="b96c0e364eaa3ddd" providerId="LiveId" clId="{DF22FCCF-7E2E-405F-AA96-1EB4BF118809}"/>
    <pc:docChg chg="undo custSel delSld modSld">
      <pc:chgData name="Rajbeer Singh" userId="b96c0e364eaa3ddd" providerId="LiveId" clId="{DF22FCCF-7E2E-405F-AA96-1EB4BF118809}" dt="2026-02-09T07:09:23.870" v="31" actId="255"/>
      <pc:docMkLst>
        <pc:docMk/>
      </pc:docMkLst>
      <pc:sldChg chg="delSp modSp mod">
        <pc:chgData name="Rajbeer Singh" userId="b96c0e364eaa3ddd" providerId="LiveId" clId="{DF22FCCF-7E2E-405F-AA96-1EB4BF118809}" dt="2026-02-09T07:09:23.870" v="31" actId="255"/>
        <pc:sldMkLst>
          <pc:docMk/>
          <pc:sldMk cId="355552597" sldId="256"/>
        </pc:sldMkLst>
        <pc:spChg chg="mod">
          <ac:chgData name="Rajbeer Singh" userId="b96c0e364eaa3ddd" providerId="LiveId" clId="{DF22FCCF-7E2E-405F-AA96-1EB4BF118809}" dt="2026-01-28T14:16:13.707" v="30" actId="14100"/>
          <ac:spMkLst>
            <pc:docMk/>
            <pc:sldMk cId="355552597" sldId="256"/>
            <ac:spMk id="4" creationId="{98223BD5-EF6E-F14D-F34F-303B1A380356}"/>
          </ac:spMkLst>
        </pc:spChg>
        <pc:spChg chg="mod">
          <ac:chgData name="Rajbeer Singh" userId="b96c0e364eaa3ddd" providerId="LiveId" clId="{DF22FCCF-7E2E-405F-AA96-1EB4BF118809}" dt="2026-02-09T07:09:23.870" v="31" actId="255"/>
          <ac:spMkLst>
            <pc:docMk/>
            <pc:sldMk cId="355552597" sldId="256"/>
            <ac:spMk id="6" creationId="{213131C0-50E9-DE88-F8D0-1C31BEF0B547}"/>
          </ac:spMkLst>
        </pc:spChg>
      </pc:sldChg>
      <pc:sldChg chg="delSp modSp mod">
        <pc:chgData name="Rajbeer Singh" userId="b96c0e364eaa3ddd" providerId="LiveId" clId="{DF22FCCF-7E2E-405F-AA96-1EB4BF118809}" dt="2026-01-28T14:15:45.553" v="26" actId="14100"/>
        <pc:sldMkLst>
          <pc:docMk/>
          <pc:sldMk cId="2598561863" sldId="257"/>
        </pc:sldMkLst>
        <pc:spChg chg="mod">
          <ac:chgData name="Rajbeer Singh" userId="b96c0e364eaa3ddd" providerId="LiveId" clId="{DF22FCCF-7E2E-405F-AA96-1EB4BF118809}" dt="2026-01-28T14:15:45.553" v="26" actId="14100"/>
          <ac:spMkLst>
            <pc:docMk/>
            <pc:sldMk cId="2598561863" sldId="257"/>
            <ac:spMk id="4" creationId="{98223BD5-EF6E-F14D-F34F-303B1A380356}"/>
          </ac:spMkLst>
        </pc:spChg>
      </pc:sldChg>
      <pc:sldChg chg="delSp modSp mod">
        <pc:chgData name="Rajbeer Singh" userId="b96c0e364eaa3ddd" providerId="LiveId" clId="{DF22FCCF-7E2E-405F-AA96-1EB4BF118809}" dt="2026-01-28T14:15:56.680" v="27" actId="14100"/>
        <pc:sldMkLst>
          <pc:docMk/>
          <pc:sldMk cId="587122366" sldId="258"/>
        </pc:sldMkLst>
        <pc:spChg chg="mod">
          <ac:chgData name="Rajbeer Singh" userId="b96c0e364eaa3ddd" providerId="LiveId" clId="{DF22FCCF-7E2E-405F-AA96-1EB4BF118809}" dt="2026-01-28T14:15:56.680" v="27" actId="14100"/>
          <ac:spMkLst>
            <pc:docMk/>
            <pc:sldMk cId="587122366" sldId="258"/>
            <ac:spMk id="4" creationId="{98223BD5-EF6E-F14D-F34F-303B1A380356}"/>
          </ac:spMkLst>
        </pc:spChg>
      </pc:sldChg>
      <pc:sldChg chg="delSp modSp mod">
        <pc:chgData name="Rajbeer Singh" userId="b96c0e364eaa3ddd" providerId="LiveId" clId="{DF22FCCF-7E2E-405F-AA96-1EB4BF118809}" dt="2026-01-28T14:15:24.165" v="23" actId="14100"/>
        <pc:sldMkLst>
          <pc:docMk/>
          <pc:sldMk cId="1109128806" sldId="259"/>
        </pc:sldMkLst>
        <pc:spChg chg="mod">
          <ac:chgData name="Rajbeer Singh" userId="b96c0e364eaa3ddd" providerId="LiveId" clId="{DF22FCCF-7E2E-405F-AA96-1EB4BF118809}" dt="2026-01-28T14:15:24.165" v="23" actId="14100"/>
          <ac:spMkLst>
            <pc:docMk/>
            <pc:sldMk cId="1109128806" sldId="259"/>
            <ac:spMk id="4" creationId="{98223BD5-EF6E-F14D-F34F-303B1A38035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AD5BD-E7E1-0408-0F51-E7250669C9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D280F48-5DB2-BB3C-87BE-C322FF6E31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A204BD3-38FC-AB95-CC72-7016594B37AF}"/>
              </a:ext>
            </a:extLst>
          </p:cNvPr>
          <p:cNvSpPr>
            <a:spLocks noGrp="1"/>
          </p:cNvSpPr>
          <p:nvPr>
            <p:ph type="dt" sz="half" idx="10"/>
          </p:nvPr>
        </p:nvSpPr>
        <p:spPr/>
        <p:txBody>
          <a:bodyPr/>
          <a:lstStyle/>
          <a:p>
            <a:fld id="{4CEA8C0D-AF51-45C5-B2E1-B5F89F9AF0B0}" type="datetimeFigureOut">
              <a:rPr lang="en-IN" smtClean="0"/>
              <a:t>09-02-2026</a:t>
            </a:fld>
            <a:endParaRPr lang="en-IN"/>
          </a:p>
        </p:txBody>
      </p:sp>
      <p:sp>
        <p:nvSpPr>
          <p:cNvPr id="5" name="Footer Placeholder 4">
            <a:extLst>
              <a:ext uri="{FF2B5EF4-FFF2-40B4-BE49-F238E27FC236}">
                <a16:creationId xmlns:a16="http://schemas.microsoft.com/office/drawing/2014/main" id="{44067957-325F-1CD9-8E99-F72A77A6F75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9B31BC-4B03-2A00-543C-F291060DE0C4}"/>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19001849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26CFB-081A-88C2-3CFF-F99377EA98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091A2B-CAC2-22D4-991A-99E3654CC8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B8EA92-AB75-4A0A-BFDC-D692FAD6F7F9}"/>
              </a:ext>
            </a:extLst>
          </p:cNvPr>
          <p:cNvSpPr>
            <a:spLocks noGrp="1"/>
          </p:cNvSpPr>
          <p:nvPr>
            <p:ph type="dt" sz="half" idx="10"/>
          </p:nvPr>
        </p:nvSpPr>
        <p:spPr/>
        <p:txBody>
          <a:bodyPr/>
          <a:lstStyle/>
          <a:p>
            <a:fld id="{4CEA8C0D-AF51-45C5-B2E1-B5F89F9AF0B0}" type="datetimeFigureOut">
              <a:rPr lang="en-IN" smtClean="0"/>
              <a:t>09-02-2026</a:t>
            </a:fld>
            <a:endParaRPr lang="en-IN"/>
          </a:p>
        </p:txBody>
      </p:sp>
      <p:sp>
        <p:nvSpPr>
          <p:cNvPr id="5" name="Footer Placeholder 4">
            <a:extLst>
              <a:ext uri="{FF2B5EF4-FFF2-40B4-BE49-F238E27FC236}">
                <a16:creationId xmlns:a16="http://schemas.microsoft.com/office/drawing/2014/main" id="{1CA9BB27-4166-B1F5-A516-87212098F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8DC519-1ED9-8F6F-0F7F-82829C7758A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91234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DAE07-1DA7-E7F1-0E3D-BD0537D8F0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EC405C-38C7-FF24-EE6F-C6CD9794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9630B1-31E7-3E85-F6D1-9B8125CDC9AB}"/>
              </a:ext>
            </a:extLst>
          </p:cNvPr>
          <p:cNvSpPr>
            <a:spLocks noGrp="1"/>
          </p:cNvSpPr>
          <p:nvPr>
            <p:ph type="dt" sz="half" idx="10"/>
          </p:nvPr>
        </p:nvSpPr>
        <p:spPr/>
        <p:txBody>
          <a:bodyPr/>
          <a:lstStyle/>
          <a:p>
            <a:fld id="{4CEA8C0D-AF51-45C5-B2E1-B5F89F9AF0B0}" type="datetimeFigureOut">
              <a:rPr lang="en-IN" smtClean="0"/>
              <a:t>09-02-2026</a:t>
            </a:fld>
            <a:endParaRPr lang="en-IN"/>
          </a:p>
        </p:txBody>
      </p:sp>
      <p:sp>
        <p:nvSpPr>
          <p:cNvPr id="5" name="Footer Placeholder 4">
            <a:extLst>
              <a:ext uri="{FF2B5EF4-FFF2-40B4-BE49-F238E27FC236}">
                <a16:creationId xmlns:a16="http://schemas.microsoft.com/office/drawing/2014/main" id="{BB0499DE-3154-6ED3-1608-32C2B95C43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0445880-6527-ABED-3027-F61F7A40B94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4175401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1B847-DC97-2121-289D-2FECD29189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27D686-0005-4486-508D-F9206A321B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6844D3-E3BF-617C-17CC-8A0F6D512A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D6D1019-5D65-EA1A-D296-236B5FCB590D}"/>
              </a:ext>
            </a:extLst>
          </p:cNvPr>
          <p:cNvSpPr>
            <a:spLocks noGrp="1"/>
          </p:cNvSpPr>
          <p:nvPr>
            <p:ph type="dt" sz="half" idx="10"/>
          </p:nvPr>
        </p:nvSpPr>
        <p:spPr/>
        <p:txBody>
          <a:bodyPr/>
          <a:lstStyle/>
          <a:p>
            <a:fld id="{4CEA8C0D-AF51-45C5-B2E1-B5F89F9AF0B0}" type="datetimeFigureOut">
              <a:rPr lang="en-IN" smtClean="0"/>
              <a:t>09-02-2026</a:t>
            </a:fld>
            <a:endParaRPr lang="en-IN"/>
          </a:p>
        </p:txBody>
      </p:sp>
      <p:sp>
        <p:nvSpPr>
          <p:cNvPr id="6" name="Footer Placeholder 5">
            <a:extLst>
              <a:ext uri="{FF2B5EF4-FFF2-40B4-BE49-F238E27FC236}">
                <a16:creationId xmlns:a16="http://schemas.microsoft.com/office/drawing/2014/main" id="{3DD8A1A1-9141-61B5-7386-36A56D9CFA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868E07-B254-4E8A-BE91-7E6EB9927AA1}"/>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4273034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33BB4-936E-DBC2-233F-6A5766C370B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01057D-37AE-47E9-A2BA-75E8165B57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E2EC93-4BFE-F74C-4EFC-969DCE4DFEB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962EC72-731D-0B08-9D45-D36CA6677A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8E5018-881D-5337-1B7D-996D79FFAD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9B99F2-8132-6556-F0C3-1A91FAB20416}"/>
              </a:ext>
            </a:extLst>
          </p:cNvPr>
          <p:cNvSpPr>
            <a:spLocks noGrp="1"/>
          </p:cNvSpPr>
          <p:nvPr>
            <p:ph type="dt" sz="half" idx="10"/>
          </p:nvPr>
        </p:nvSpPr>
        <p:spPr/>
        <p:txBody>
          <a:bodyPr/>
          <a:lstStyle/>
          <a:p>
            <a:fld id="{4CEA8C0D-AF51-45C5-B2E1-B5F89F9AF0B0}" type="datetimeFigureOut">
              <a:rPr lang="en-IN" smtClean="0"/>
              <a:t>09-02-2026</a:t>
            </a:fld>
            <a:endParaRPr lang="en-IN"/>
          </a:p>
        </p:txBody>
      </p:sp>
      <p:sp>
        <p:nvSpPr>
          <p:cNvPr id="8" name="Footer Placeholder 7">
            <a:extLst>
              <a:ext uri="{FF2B5EF4-FFF2-40B4-BE49-F238E27FC236}">
                <a16:creationId xmlns:a16="http://schemas.microsoft.com/office/drawing/2014/main" id="{6F9728EF-804E-165C-7DD2-B7A5D7E031E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0936CDD-E3B6-78CF-81BD-AF5B4F58D660}"/>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281545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4915A-5834-99BA-8593-DBC6D4855D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19A198-325B-FAFC-DCDF-222DDB38B7A2}"/>
              </a:ext>
            </a:extLst>
          </p:cNvPr>
          <p:cNvSpPr>
            <a:spLocks noGrp="1"/>
          </p:cNvSpPr>
          <p:nvPr>
            <p:ph type="dt" sz="half" idx="10"/>
          </p:nvPr>
        </p:nvSpPr>
        <p:spPr/>
        <p:txBody>
          <a:bodyPr/>
          <a:lstStyle/>
          <a:p>
            <a:fld id="{4CEA8C0D-AF51-45C5-B2E1-B5F89F9AF0B0}" type="datetimeFigureOut">
              <a:rPr lang="en-IN" smtClean="0"/>
              <a:t>09-02-2026</a:t>
            </a:fld>
            <a:endParaRPr lang="en-IN"/>
          </a:p>
        </p:txBody>
      </p:sp>
      <p:sp>
        <p:nvSpPr>
          <p:cNvPr id="4" name="Footer Placeholder 3">
            <a:extLst>
              <a:ext uri="{FF2B5EF4-FFF2-40B4-BE49-F238E27FC236}">
                <a16:creationId xmlns:a16="http://schemas.microsoft.com/office/drawing/2014/main" id="{437A9AB4-72E3-874D-B33D-2C15590757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5734660-F6FD-7964-1E24-3511966C273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244493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9C7836-4569-8E35-6015-7CDC8E871383}"/>
              </a:ext>
            </a:extLst>
          </p:cNvPr>
          <p:cNvSpPr>
            <a:spLocks noGrp="1"/>
          </p:cNvSpPr>
          <p:nvPr>
            <p:ph type="dt" sz="half" idx="10"/>
          </p:nvPr>
        </p:nvSpPr>
        <p:spPr/>
        <p:txBody>
          <a:bodyPr/>
          <a:lstStyle/>
          <a:p>
            <a:fld id="{4CEA8C0D-AF51-45C5-B2E1-B5F89F9AF0B0}" type="datetimeFigureOut">
              <a:rPr lang="en-IN" smtClean="0"/>
              <a:t>09-02-2026</a:t>
            </a:fld>
            <a:endParaRPr lang="en-IN"/>
          </a:p>
        </p:txBody>
      </p:sp>
      <p:sp>
        <p:nvSpPr>
          <p:cNvPr id="3" name="Footer Placeholder 2">
            <a:extLst>
              <a:ext uri="{FF2B5EF4-FFF2-40B4-BE49-F238E27FC236}">
                <a16:creationId xmlns:a16="http://schemas.microsoft.com/office/drawing/2014/main" id="{AFB09884-C254-BB3B-2374-584D3255818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7DD664-19BA-665D-9447-2669AF952708}"/>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581883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12F0B-C2EE-4A9A-FF8B-067C617CE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E0A1FAC-180B-F572-9400-98D5891315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41EA1C3-3D57-DB1B-690B-0AC77B63C0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5FD77-9A24-3266-3ECC-47ED13F90D90}"/>
              </a:ext>
            </a:extLst>
          </p:cNvPr>
          <p:cNvSpPr>
            <a:spLocks noGrp="1"/>
          </p:cNvSpPr>
          <p:nvPr>
            <p:ph type="dt" sz="half" idx="10"/>
          </p:nvPr>
        </p:nvSpPr>
        <p:spPr/>
        <p:txBody>
          <a:bodyPr/>
          <a:lstStyle/>
          <a:p>
            <a:fld id="{4CEA8C0D-AF51-45C5-B2E1-B5F89F9AF0B0}" type="datetimeFigureOut">
              <a:rPr lang="en-IN" smtClean="0"/>
              <a:t>09-02-2026</a:t>
            </a:fld>
            <a:endParaRPr lang="en-IN"/>
          </a:p>
        </p:txBody>
      </p:sp>
      <p:sp>
        <p:nvSpPr>
          <p:cNvPr id="6" name="Footer Placeholder 5">
            <a:extLst>
              <a:ext uri="{FF2B5EF4-FFF2-40B4-BE49-F238E27FC236}">
                <a16:creationId xmlns:a16="http://schemas.microsoft.com/office/drawing/2014/main" id="{27D6E7C0-E497-B353-1A56-2A223122EF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9D59F1-CF78-8BF8-1C9C-D32F5B864466}"/>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025636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9BCB1-D780-EFE4-4C09-CF73969894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14EDBFA-A222-700A-3BAA-49FC4CE704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C09B3C-293F-A633-2AB4-AC1C2A1DD4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363D0-FFA8-14C1-7AA0-17B352CE5202}"/>
              </a:ext>
            </a:extLst>
          </p:cNvPr>
          <p:cNvSpPr>
            <a:spLocks noGrp="1"/>
          </p:cNvSpPr>
          <p:nvPr>
            <p:ph type="dt" sz="half" idx="10"/>
          </p:nvPr>
        </p:nvSpPr>
        <p:spPr/>
        <p:txBody>
          <a:bodyPr/>
          <a:lstStyle/>
          <a:p>
            <a:fld id="{4CEA8C0D-AF51-45C5-B2E1-B5F89F9AF0B0}" type="datetimeFigureOut">
              <a:rPr lang="en-IN" smtClean="0"/>
              <a:t>09-02-2026</a:t>
            </a:fld>
            <a:endParaRPr lang="en-IN"/>
          </a:p>
        </p:txBody>
      </p:sp>
      <p:sp>
        <p:nvSpPr>
          <p:cNvPr id="6" name="Footer Placeholder 5">
            <a:extLst>
              <a:ext uri="{FF2B5EF4-FFF2-40B4-BE49-F238E27FC236}">
                <a16:creationId xmlns:a16="http://schemas.microsoft.com/office/drawing/2014/main" id="{392A0886-21F6-2035-12EC-0ADDCA7FE4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0463AA-F6A3-4041-2EBE-59A81F06A039}"/>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3889062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D119-CB50-5CBF-634A-2AA14D03491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4D3ED-384D-8FE5-890A-0F853E8360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93A666-6751-1B04-7F97-FA611B94C4DD}"/>
              </a:ext>
            </a:extLst>
          </p:cNvPr>
          <p:cNvSpPr>
            <a:spLocks noGrp="1"/>
          </p:cNvSpPr>
          <p:nvPr>
            <p:ph type="dt" sz="half" idx="10"/>
          </p:nvPr>
        </p:nvSpPr>
        <p:spPr/>
        <p:txBody>
          <a:bodyPr/>
          <a:lstStyle/>
          <a:p>
            <a:fld id="{4CEA8C0D-AF51-45C5-B2E1-B5F89F9AF0B0}" type="datetimeFigureOut">
              <a:rPr lang="en-IN" smtClean="0"/>
              <a:t>09-02-2026</a:t>
            </a:fld>
            <a:endParaRPr lang="en-IN"/>
          </a:p>
        </p:txBody>
      </p:sp>
      <p:sp>
        <p:nvSpPr>
          <p:cNvPr id="5" name="Footer Placeholder 4">
            <a:extLst>
              <a:ext uri="{FF2B5EF4-FFF2-40B4-BE49-F238E27FC236}">
                <a16:creationId xmlns:a16="http://schemas.microsoft.com/office/drawing/2014/main" id="{BF9D869F-62B8-7672-3706-C424CA6ACC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4E692F-5274-F5FB-3FBA-4287AAF609E5}"/>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592149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9FDF59-9096-C892-5368-E2FC0E82C4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AB859D-F160-619A-1909-B74A4BA3B3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243180-ED2F-2B1E-D8E6-182E20B14F82}"/>
              </a:ext>
            </a:extLst>
          </p:cNvPr>
          <p:cNvSpPr>
            <a:spLocks noGrp="1"/>
          </p:cNvSpPr>
          <p:nvPr>
            <p:ph type="dt" sz="half" idx="10"/>
          </p:nvPr>
        </p:nvSpPr>
        <p:spPr/>
        <p:txBody>
          <a:bodyPr/>
          <a:lstStyle/>
          <a:p>
            <a:fld id="{4CEA8C0D-AF51-45C5-B2E1-B5F89F9AF0B0}" type="datetimeFigureOut">
              <a:rPr lang="en-IN" smtClean="0"/>
              <a:t>09-02-2026</a:t>
            </a:fld>
            <a:endParaRPr lang="en-IN"/>
          </a:p>
        </p:txBody>
      </p:sp>
      <p:sp>
        <p:nvSpPr>
          <p:cNvPr id="5" name="Footer Placeholder 4">
            <a:extLst>
              <a:ext uri="{FF2B5EF4-FFF2-40B4-BE49-F238E27FC236}">
                <a16:creationId xmlns:a16="http://schemas.microsoft.com/office/drawing/2014/main" id="{6E9A35F1-1EE5-4333-1C9F-9A8466AFE8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712D23-D528-EA87-2C9B-181C368BDA7F}"/>
              </a:ext>
            </a:extLst>
          </p:cNvPr>
          <p:cNvSpPr>
            <a:spLocks noGrp="1"/>
          </p:cNvSpPr>
          <p:nvPr>
            <p:ph type="sldNum" sz="quarter" idx="12"/>
          </p:nvPr>
        </p:nvSpPr>
        <p:spPr/>
        <p:txBody>
          <a:bodyPr/>
          <a:lstStyle/>
          <a:p>
            <a:fld id="{D286D6B9-E484-4926-84F1-54F1E28DF495}" type="slidenum">
              <a:rPr lang="en-IN" smtClean="0"/>
              <a:t>‹#›</a:t>
            </a:fld>
            <a:endParaRPr lang="en-IN"/>
          </a:p>
        </p:txBody>
      </p:sp>
    </p:spTree>
    <p:extLst>
      <p:ext uri="{BB962C8B-B14F-4D97-AF65-F5344CB8AC3E}">
        <p14:creationId xmlns:p14="http://schemas.microsoft.com/office/powerpoint/2010/main" val="2500568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D9E6AA-4C79-3DB3-5F4F-2231A657D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5795D4-6135-4815-028B-F56DE3235D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6B45D4-D3B8-00A2-5252-D51A85F07B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EA8C0D-AF51-45C5-B2E1-B5F89F9AF0B0}" type="datetimeFigureOut">
              <a:rPr lang="en-IN" smtClean="0"/>
              <a:t>09-02-2026</a:t>
            </a:fld>
            <a:endParaRPr lang="en-IN"/>
          </a:p>
        </p:txBody>
      </p:sp>
      <p:sp>
        <p:nvSpPr>
          <p:cNvPr id="5" name="Footer Placeholder 4">
            <a:extLst>
              <a:ext uri="{FF2B5EF4-FFF2-40B4-BE49-F238E27FC236}">
                <a16:creationId xmlns:a16="http://schemas.microsoft.com/office/drawing/2014/main" id="{E3BB5228-C77A-F3E9-9DFE-4328CC100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B71914-C67D-076F-A154-A85D911213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86D6B9-E484-4926-84F1-54F1E28DF495}" type="slidenum">
              <a:rPr lang="en-IN" smtClean="0"/>
              <a:t>‹#›</a:t>
            </a:fld>
            <a:endParaRPr lang="en-IN"/>
          </a:p>
        </p:txBody>
      </p:sp>
    </p:spTree>
    <p:extLst>
      <p:ext uri="{BB962C8B-B14F-4D97-AF65-F5344CB8AC3E}">
        <p14:creationId xmlns:p14="http://schemas.microsoft.com/office/powerpoint/2010/main" val="3149016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8223BD5-EF6E-F14D-F34F-303B1A380356}"/>
              </a:ext>
            </a:extLst>
          </p:cNvPr>
          <p:cNvSpPr/>
          <p:nvPr/>
        </p:nvSpPr>
        <p:spPr>
          <a:xfrm>
            <a:off x="0" y="0"/>
            <a:ext cx="12192000" cy="6858000"/>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2">
            <a:extLst>
              <a:ext uri="{FF2B5EF4-FFF2-40B4-BE49-F238E27FC236}">
                <a16:creationId xmlns:a16="http://schemas.microsoft.com/office/drawing/2014/main" id="{213131C0-50E9-DE88-F8D0-1C31BEF0B547}"/>
              </a:ext>
            </a:extLst>
          </p:cNvPr>
          <p:cNvSpPr txBox="1"/>
          <p:nvPr/>
        </p:nvSpPr>
        <p:spPr>
          <a:xfrm>
            <a:off x="371473" y="92419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800" b="1" dirty="0">
                <a:solidFill>
                  <a:schemeClr val="accent1">
                    <a:lumMod val="75000"/>
                  </a:schemeClr>
                </a:solidFill>
                <a:latin typeface="Arial Rounded MT Bold" panose="020F0704030504030204" pitchFamily="34" charset="0"/>
                <a:ea typeface="Segoe UI Black" panose="020B0A02040204020203" pitchFamily="34" charset="0"/>
              </a:rPr>
              <a:t>STEPS IN PROJECT</a:t>
            </a:r>
          </a:p>
        </p:txBody>
      </p:sp>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50830" y="5966520"/>
            <a:ext cx="2457451" cy="62085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
            <a:extLst>
              <a:ext uri="{FF2B5EF4-FFF2-40B4-BE49-F238E27FC236}">
                <a16:creationId xmlns:a16="http://schemas.microsoft.com/office/drawing/2014/main" id="{49BB8B4C-F9B4-2309-8C03-0CE0B0A44BE5}"/>
              </a:ext>
            </a:extLst>
          </p:cNvPr>
          <p:cNvSpPr>
            <a:spLocks noChangeArrowheads="1"/>
          </p:cNvSpPr>
          <p:nvPr/>
        </p:nvSpPr>
        <p:spPr bwMode="auto">
          <a:xfrm>
            <a:off x="390524" y="1346888"/>
            <a:ext cx="7896227" cy="4752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Requirement Gathering/ Business Requirements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Walkthrough</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Connection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Cleaning / Quality Check</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Data Modeling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Data Processing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DAX Calculations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Dashboard Background</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Lay outing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Charts Development and Formatting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700" b="1" i="0" u="none" strike="noStrike" cap="none" normalizeH="0" baseline="0" dirty="0">
                <a:ln>
                  <a:noFill/>
                </a:ln>
                <a:solidFill>
                  <a:schemeClr val="tx1"/>
                </a:solidFill>
                <a:effectLst/>
                <a:latin typeface="Arial" panose="020B0604020202020204" pitchFamily="34" charset="0"/>
              </a:rPr>
              <a:t>Dashboard / Report Development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lang="en-US" altLang="en-US" sz="1700" b="1" dirty="0">
                <a:latin typeface="Arial" panose="020B0604020202020204" pitchFamily="34" charset="0"/>
              </a:rPr>
              <a:t>Insights Generation</a:t>
            </a:r>
          </a:p>
        </p:txBody>
      </p:sp>
    </p:spTree>
    <p:extLst>
      <p:ext uri="{BB962C8B-B14F-4D97-AF65-F5344CB8AC3E}">
        <p14:creationId xmlns:p14="http://schemas.microsoft.com/office/powerpoint/2010/main" val="355552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8223BD5-EF6E-F14D-F34F-303B1A380356}"/>
              </a:ext>
            </a:extLst>
          </p:cNvPr>
          <p:cNvSpPr/>
          <p:nvPr/>
        </p:nvSpPr>
        <p:spPr>
          <a:xfrm>
            <a:off x="0" y="0"/>
            <a:ext cx="12192000" cy="6858000"/>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0347" y="6191250"/>
            <a:ext cx="1567934" cy="3961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23594" y="2283099"/>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283526" y="2824495"/>
            <a:ext cx="11570385" cy="3739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Central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kumimoji="0" lang="en-US" altLang="en-US" sz="1600" b="0" i="0" u="none" strike="noStrike" cap="none" normalizeH="0" baseline="0" dirty="0">
                <a:ln>
                  <a:noFill/>
                </a:ln>
                <a:solidFill>
                  <a:schemeClr val="tx1"/>
                </a:solidFill>
                <a:effectLst/>
                <a:latin typeface="Arial" panose="020B0604020202020204" pitchFamily="34" charset="0"/>
              </a:rPr>
              <a:t>Create a bar sparkline for monthly data, including an average line for better trend analysis.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East Region</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Display Sales, Profit, and Quantity as per the selected year filter.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Allow dynamic selection between Sales, Profit, and Quantity.</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Show Sales for the previous year based on the selected year.</a:t>
            </a:r>
          </a:p>
          <a:p>
            <a:pPr marL="742950" marR="0" lvl="1" indent="-285750" eaLnBrk="0" fontAlgn="base" hangingPunct="0">
              <a:lnSpc>
                <a:spcPct val="150000"/>
              </a:lnSpc>
              <a:spcBef>
                <a:spcPct val="0"/>
              </a:spcBef>
              <a:spcAft>
                <a:spcPct val="0"/>
              </a:spcAft>
              <a:buClrTx/>
              <a:buSzTx/>
              <a:buFont typeface="Wingdings" panose="05000000000000000000" pitchFamily="2" charset="2"/>
              <a:buChar char="Ø"/>
              <a:tabLst/>
            </a:pPr>
            <a:r>
              <a:rPr lang="en-US" altLang="en-US" sz="1600" dirty="0">
                <a:latin typeface="Arial" panose="020B0604020202020204" pitchFamily="34" charset="0"/>
              </a:rPr>
              <a:t>Create a bar sparkline for monthly data, including an average line for better trend analysis.</a:t>
            </a:r>
          </a:p>
        </p:txBody>
      </p:sp>
      <p:sp>
        <p:nvSpPr>
          <p:cNvPr id="6" name="TextBox 5">
            <a:extLst>
              <a:ext uri="{FF2B5EF4-FFF2-40B4-BE49-F238E27FC236}">
                <a16:creationId xmlns:a16="http://schemas.microsoft.com/office/drawing/2014/main" id="{08C4D190-B5E9-8862-30B7-F38C75402C07}"/>
              </a:ext>
            </a:extLst>
          </p:cNvPr>
          <p:cNvSpPr txBox="1"/>
          <p:nvPr/>
        </p:nvSpPr>
        <p:spPr>
          <a:xfrm>
            <a:off x="266269" y="1571643"/>
            <a:ext cx="11353800" cy="830997"/>
          </a:xfrm>
          <a:prstGeom prst="rect">
            <a:avLst/>
          </a:prstGeom>
          <a:noFill/>
        </p:spPr>
        <p:txBody>
          <a:bodyPr wrap="square" rtlCol="0">
            <a:spAutoFit/>
          </a:bodyPr>
          <a:lstStyle/>
          <a:p>
            <a:r>
              <a:rPr lang="en-US" sz="1600" b="1" dirty="0">
                <a:solidFill>
                  <a:schemeClr val="accent6">
                    <a:lumMod val="50000"/>
                  </a:schemeClr>
                </a:solidFill>
              </a:rPr>
              <a:t>Design a dynamic Power BI dashboard that tracks key metrics—Sales, Profit, and Quantity—across four regions: Central, East, South, and West. The dashboard should allow users to filter by year and dynamically switch between the three metrics (Sales, Profit, and Quantity). Additionally, it should include a comparison with the previous year's (PY) sales for the selected year.</a:t>
            </a:r>
            <a:endParaRPr lang="en-IN" sz="1600" b="1" dirty="0">
              <a:solidFill>
                <a:schemeClr val="accent6">
                  <a:lumMod val="50000"/>
                </a:schemeClr>
              </a:solidFill>
            </a:endParaRPr>
          </a:p>
        </p:txBody>
      </p:sp>
    </p:spTree>
    <p:extLst>
      <p:ext uri="{BB962C8B-B14F-4D97-AF65-F5344CB8AC3E}">
        <p14:creationId xmlns:p14="http://schemas.microsoft.com/office/powerpoint/2010/main" val="587122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8223BD5-EF6E-F14D-F34F-303B1A380356}"/>
              </a:ext>
            </a:extLst>
          </p:cNvPr>
          <p:cNvSpPr/>
          <p:nvPr/>
        </p:nvSpPr>
        <p:spPr>
          <a:xfrm>
            <a:off x="0" y="0"/>
            <a:ext cx="12192000" cy="6858000"/>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9300" y="6039400"/>
            <a:ext cx="2168981" cy="54797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1" name="TextBox 2">
            <a:extLst>
              <a:ext uri="{FF2B5EF4-FFF2-40B4-BE49-F238E27FC236}">
                <a16:creationId xmlns:a16="http://schemas.microsoft.com/office/drawing/2014/main" id="{2B006178-B7FE-7B88-A9EC-33E14DBB7500}"/>
              </a:ext>
            </a:extLst>
          </p:cNvPr>
          <p:cNvSpPr txBox="1"/>
          <p:nvPr/>
        </p:nvSpPr>
        <p:spPr>
          <a:xfrm>
            <a:off x="268132" y="14854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KPI’s Requirements</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1980688"/>
            <a:ext cx="11570385"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altLang="en-US" sz="1600" b="1" dirty="0">
                <a:latin typeface="Arial" panose="020B0604020202020204" pitchFamily="34" charset="0"/>
              </a:rPr>
              <a:t>South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r>
              <a:rPr lang="en-US" altLang="en-US" sz="1600" b="1" dirty="0">
                <a:latin typeface="Arial" panose="020B0604020202020204" pitchFamily="34" charset="0"/>
              </a:rPr>
              <a:t>West Region:</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Display Sales, Profit, and Quantity as per the selected year filter.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Allow dynamic selection between Sales, Profit, and Quantity.</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Show Sales for the previous year based on the selected year.</a:t>
            </a:r>
          </a:p>
          <a:p>
            <a:pPr marL="742950" lvl="1" indent="-28575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Arial" panose="020B0604020202020204" pitchFamily="34" charset="0"/>
              </a:rPr>
              <a:t>Create a bar sparkline for monthly data, including an average line for better trend analysis.</a:t>
            </a: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Tree>
    <p:extLst>
      <p:ext uri="{BB962C8B-B14F-4D97-AF65-F5344CB8AC3E}">
        <p14:creationId xmlns:p14="http://schemas.microsoft.com/office/powerpoint/2010/main" val="259856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8223BD5-EF6E-F14D-F34F-303B1A380356}"/>
              </a:ext>
            </a:extLst>
          </p:cNvPr>
          <p:cNvSpPr/>
          <p:nvPr/>
        </p:nvSpPr>
        <p:spPr>
          <a:xfrm>
            <a:off x="0" y="0"/>
            <a:ext cx="12192000" cy="6858001"/>
          </a:xfrm>
          <a:prstGeom prst="roundRect">
            <a:avLst>
              <a:gd name="adj" fmla="val 2381"/>
            </a:avLst>
          </a:prstGeom>
          <a:solidFill>
            <a:schemeClr val="bg1"/>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a:extLst>
              <a:ext uri="{FF2B5EF4-FFF2-40B4-BE49-F238E27FC236}">
                <a16:creationId xmlns:a16="http://schemas.microsoft.com/office/drawing/2014/main" id="{1EDBFF20-866A-3F91-DC0C-E6135DAAEF98}"/>
              </a:ext>
            </a:extLst>
          </p:cNvPr>
          <p:cNvSpPr txBox="1"/>
          <p:nvPr/>
        </p:nvSpPr>
        <p:spPr>
          <a:xfrm>
            <a:off x="3163373" y="125899"/>
            <a:ext cx="6692571"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IN" sz="3600" dirty="0">
                <a:latin typeface="Segoe UI Black" panose="020B0A02040204020203" pitchFamily="34" charset="0"/>
                <a:ea typeface="Segoe UI Black" panose="020B0A02040204020203" pitchFamily="34" charset="0"/>
              </a:rPr>
              <a:t>Sales Overview Analysis</a:t>
            </a:r>
            <a:endParaRPr lang="en-IN" sz="3600" dirty="0">
              <a:solidFill>
                <a:schemeClr val="accent5">
                  <a:lumMod val="75000"/>
                </a:schemeClr>
              </a:solidFill>
              <a:latin typeface="Segoe UI Black" panose="020B0A02040204020203" pitchFamily="34" charset="0"/>
              <a:ea typeface="Segoe UI Black" panose="020B0A02040204020203" pitchFamily="34" charset="0"/>
            </a:endParaRPr>
          </a:p>
        </p:txBody>
      </p:sp>
      <p:pic>
        <p:nvPicPr>
          <p:cNvPr id="3" name="Picture 2">
            <a:extLst>
              <a:ext uri="{FF2B5EF4-FFF2-40B4-BE49-F238E27FC236}">
                <a16:creationId xmlns:a16="http://schemas.microsoft.com/office/drawing/2014/main" id="{FB0C64B1-31CB-2CBA-5181-0BA3A83CAC59}"/>
              </a:ext>
            </a:extLst>
          </p:cNvPr>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800" y="234965"/>
            <a:ext cx="581025" cy="5810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ower BI - Udemy Business">
            <a:extLst>
              <a:ext uri="{FF2B5EF4-FFF2-40B4-BE49-F238E27FC236}">
                <a16:creationId xmlns:a16="http://schemas.microsoft.com/office/drawing/2014/main" id="{BC263260-4117-29B0-6BA2-49D929682C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4051" y="6063338"/>
            <a:ext cx="2074230" cy="52403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2">
            <a:extLst>
              <a:ext uri="{FF2B5EF4-FFF2-40B4-BE49-F238E27FC236}">
                <a16:creationId xmlns:a16="http://schemas.microsoft.com/office/drawing/2014/main" id="{EC607701-22BB-8AE8-C5E6-87354FC47E1A}"/>
              </a:ext>
            </a:extLst>
          </p:cNvPr>
          <p:cNvSpPr txBox="1"/>
          <p:nvPr/>
        </p:nvSpPr>
        <p:spPr>
          <a:xfrm>
            <a:off x="197304" y="993504"/>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3200" b="1" dirty="0">
                <a:solidFill>
                  <a:schemeClr val="accent1">
                    <a:lumMod val="75000"/>
                  </a:schemeClr>
                </a:solidFill>
                <a:latin typeface="Arial Rounded MT Bold" panose="020F0704030504030204" pitchFamily="34" charset="0"/>
                <a:ea typeface="Segoe UI Black" panose="020B0A02040204020203" pitchFamily="34" charset="0"/>
              </a:rPr>
              <a:t>BUSINESS REQUIREMENT</a:t>
            </a:r>
          </a:p>
        </p:txBody>
      </p:sp>
      <p:sp>
        <p:nvSpPr>
          <p:cNvPr id="12" name="Rectangle 2">
            <a:extLst>
              <a:ext uri="{FF2B5EF4-FFF2-40B4-BE49-F238E27FC236}">
                <a16:creationId xmlns:a16="http://schemas.microsoft.com/office/drawing/2014/main" id="{2E956524-53C2-84FA-6658-6C7C0B241BD4}"/>
              </a:ext>
            </a:extLst>
          </p:cNvPr>
          <p:cNvSpPr>
            <a:spLocks noChangeArrowheads="1"/>
          </p:cNvSpPr>
          <p:nvPr/>
        </p:nvSpPr>
        <p:spPr bwMode="auto">
          <a:xfrm>
            <a:off x="310807" y="3827347"/>
            <a:ext cx="11570385" cy="785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endParaRPr lang="en-US" altLang="en-US" sz="1600" b="1" dirty="0">
              <a:latin typeface="Arial" panose="020B0604020202020204" pitchFamily="34" charset="0"/>
            </a:endParaRPr>
          </a:p>
          <a:p>
            <a:pPr eaLnBrk="0" fontAlgn="base" hangingPunct="0">
              <a:lnSpc>
                <a:spcPct val="150000"/>
              </a:lnSpc>
              <a:spcBef>
                <a:spcPct val="0"/>
              </a:spcBef>
              <a:spcAft>
                <a:spcPct val="0"/>
              </a:spcAft>
            </a:pPr>
            <a:endParaRPr lang="en-US" altLang="en-US" sz="1600" b="1" dirty="0">
              <a:latin typeface="Arial" panose="020B0604020202020204" pitchFamily="34" charset="0"/>
            </a:endParaRPr>
          </a:p>
        </p:txBody>
      </p:sp>
      <p:sp>
        <p:nvSpPr>
          <p:cNvPr id="6" name="TextBox 2">
            <a:extLst>
              <a:ext uri="{FF2B5EF4-FFF2-40B4-BE49-F238E27FC236}">
                <a16:creationId xmlns:a16="http://schemas.microsoft.com/office/drawing/2014/main" id="{6695E2A3-2525-6779-F9AC-9CADEBF630D0}"/>
              </a:ext>
            </a:extLst>
          </p:cNvPr>
          <p:cNvSpPr txBox="1"/>
          <p:nvPr/>
        </p:nvSpPr>
        <p:spPr>
          <a:xfrm>
            <a:off x="264316" y="1523560"/>
            <a:ext cx="5724527" cy="583407"/>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IN" sz="2000" b="1" dirty="0">
                <a:solidFill>
                  <a:schemeClr val="bg1"/>
                </a:solidFill>
                <a:highlight>
                  <a:srgbClr val="000000"/>
                </a:highlight>
                <a:latin typeface="Arial Rounded MT Bold" panose="020F0704030504030204" pitchFamily="34" charset="0"/>
                <a:ea typeface="Segoe UI Black" panose="020B0A02040204020203" pitchFamily="34" charset="0"/>
              </a:rPr>
              <a:t>Chart’s Requirements</a:t>
            </a:r>
          </a:p>
        </p:txBody>
      </p:sp>
      <p:sp>
        <p:nvSpPr>
          <p:cNvPr id="14" name="TextBox 13">
            <a:extLst>
              <a:ext uri="{FF2B5EF4-FFF2-40B4-BE49-F238E27FC236}">
                <a16:creationId xmlns:a16="http://schemas.microsoft.com/office/drawing/2014/main" id="{8554F65D-4968-AD7D-E0C2-AEA6FAE278B4}"/>
              </a:ext>
            </a:extLst>
          </p:cNvPr>
          <p:cNvSpPr txBox="1"/>
          <p:nvPr/>
        </p:nvSpPr>
        <p:spPr>
          <a:xfrm>
            <a:off x="239104" y="2118471"/>
            <a:ext cx="1117125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eaLnBrk="0" fontAlgn="base" hangingPunct="0">
              <a:lnSpc>
                <a:spcPct val="150000"/>
              </a:lnSpc>
              <a:spcBef>
                <a:spcPct val="0"/>
              </a:spcBef>
              <a:spcAft>
                <a:spcPct val="0"/>
              </a:spcAft>
              <a:defRPr sz="1600" b="1">
                <a:latin typeface="Arial" panose="020B0604020202020204" pitchFamily="34" charset="0"/>
              </a:defRPr>
            </a:lvl1pPr>
            <a:lvl2pPr marL="742950" lvl="1" indent="-285750" eaLnBrk="0" fontAlgn="base" hangingPunct="0">
              <a:lnSpc>
                <a:spcPct val="150000"/>
              </a:lnSpc>
              <a:spcBef>
                <a:spcPct val="0"/>
              </a:spcBef>
              <a:spcAft>
                <a:spcPct val="0"/>
              </a:spcAft>
              <a:buFont typeface="Wingdings" panose="05000000000000000000" pitchFamily="2" charset="2"/>
              <a:buChar char="Ø"/>
              <a:defRPr sz="1600">
                <a:latin typeface="Arial" panose="020B0604020202020204" pitchFamily="34" charset="0"/>
              </a:defRPr>
            </a:lvl2pPr>
          </a:lstStyle>
          <a:p>
            <a:r>
              <a:rPr lang="en-US" altLang="en-US" dirty="0"/>
              <a:t>Sales by State:</a:t>
            </a:r>
          </a:p>
          <a:p>
            <a:pPr marL="1028700" lvl="1"/>
            <a:r>
              <a:rPr lang="en-US" altLang="en-US" sz="1400" dirty="0"/>
              <a:t>Bubble Map: Display a bubble map to visualize sales distribution across different states. The size of each bubble should correspond to the sales volume, allowing users to quickly identify states with high or low sales.</a:t>
            </a:r>
          </a:p>
          <a:p>
            <a:pPr marL="1028700" lvl="1"/>
            <a:r>
              <a:rPr lang="en-US" altLang="en-US" sz="1400" dirty="0"/>
              <a:t>Bar Chart: Place a bar chart alongside the bubble map to provide a detailed breakdown of sales by state. This chart should allow for easy comparison between states, with bars sorted either in ascending or descending order of sales.</a:t>
            </a:r>
          </a:p>
          <a:p>
            <a:pPr lvl="1" indent="0">
              <a:lnSpc>
                <a:spcPct val="100000"/>
              </a:lnSpc>
              <a:buNone/>
            </a:pPr>
            <a:endParaRPr lang="en-US" altLang="en-US" dirty="0"/>
          </a:p>
          <a:p>
            <a:pPr>
              <a:lnSpc>
                <a:spcPct val="100000"/>
              </a:lnSpc>
            </a:pPr>
            <a:r>
              <a:rPr lang="en-US" altLang="en-US" dirty="0"/>
              <a:t>Create a table/grid to display key metrics for both current and previous years. The table should include the following columns:</a:t>
            </a:r>
          </a:p>
          <a:p>
            <a:pPr lvl="1">
              <a:lnSpc>
                <a:spcPct val="100000"/>
              </a:lnSpc>
            </a:pPr>
            <a:r>
              <a:rPr lang="en-US" altLang="en-US" sz="1200" dirty="0"/>
              <a:t>CY Sales: Current Year Sales</a:t>
            </a:r>
          </a:p>
          <a:p>
            <a:pPr lvl="1">
              <a:lnSpc>
                <a:spcPct val="100000"/>
              </a:lnSpc>
            </a:pPr>
            <a:r>
              <a:rPr lang="en-US" altLang="en-US" sz="1200" dirty="0"/>
              <a:t>PY Sales: Previous Year Sales</a:t>
            </a:r>
          </a:p>
          <a:p>
            <a:pPr lvl="1">
              <a:lnSpc>
                <a:spcPct val="100000"/>
              </a:lnSpc>
            </a:pPr>
            <a:r>
              <a:rPr lang="en-US" altLang="en-US" sz="1200" dirty="0"/>
              <a:t>YoY Sales: Year-over-Year Sales growth or decline</a:t>
            </a:r>
          </a:p>
          <a:p>
            <a:pPr lvl="1">
              <a:lnSpc>
                <a:spcPct val="100000"/>
              </a:lnSpc>
            </a:pPr>
            <a:r>
              <a:rPr lang="en-US" altLang="en-US" sz="1200" dirty="0"/>
              <a:t>CY Profit: Current Year Profit</a:t>
            </a:r>
          </a:p>
          <a:p>
            <a:pPr lvl="1">
              <a:lnSpc>
                <a:spcPct val="100000"/>
              </a:lnSpc>
            </a:pPr>
            <a:r>
              <a:rPr lang="en-US" altLang="en-US" sz="1200" dirty="0"/>
              <a:t>PY Profit: Previous Year Profit</a:t>
            </a:r>
          </a:p>
          <a:p>
            <a:pPr lvl="1">
              <a:lnSpc>
                <a:spcPct val="100000"/>
              </a:lnSpc>
            </a:pPr>
            <a:r>
              <a:rPr lang="en-US" altLang="en-US" sz="1200" dirty="0"/>
              <a:t>YoY Profit: Year-over-Year Profit growth or decline</a:t>
            </a:r>
          </a:p>
          <a:p>
            <a:pPr lvl="1">
              <a:lnSpc>
                <a:spcPct val="100000"/>
              </a:lnSpc>
            </a:pPr>
            <a:r>
              <a:rPr lang="en-US" altLang="en-US" sz="1200" dirty="0"/>
              <a:t>CY Qty: Current Year Quantity</a:t>
            </a:r>
          </a:p>
          <a:p>
            <a:pPr lvl="1">
              <a:lnSpc>
                <a:spcPct val="100000"/>
              </a:lnSpc>
            </a:pPr>
            <a:r>
              <a:rPr lang="en-US" altLang="en-US" sz="1200" dirty="0"/>
              <a:t>PY Qty: Previous Year Quantity</a:t>
            </a:r>
          </a:p>
          <a:p>
            <a:pPr lvl="1">
              <a:lnSpc>
                <a:spcPct val="100000"/>
              </a:lnSpc>
            </a:pPr>
            <a:r>
              <a:rPr lang="en-US" altLang="en-US" sz="1200" dirty="0"/>
              <a:t>YoY Qty: Year-over-Year Quantity growth or decline</a:t>
            </a:r>
          </a:p>
        </p:txBody>
      </p:sp>
    </p:spTree>
    <p:extLst>
      <p:ext uri="{BB962C8B-B14F-4D97-AF65-F5344CB8AC3E}">
        <p14:creationId xmlns:p14="http://schemas.microsoft.com/office/powerpoint/2010/main" val="1109128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673</TotalTime>
  <Words>535</Words>
  <Application>Microsoft Office PowerPoint</Application>
  <PresentationFormat>Widescreen</PresentationFormat>
  <Paragraphs>58</Paragraphs>
  <Slides>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Arial Rounded MT Bold</vt:lpstr>
      <vt:lpstr>Calibri</vt:lpstr>
      <vt:lpstr>Calibri Light</vt:lpstr>
      <vt:lpstr>Segoe UI Black</vt:lpstr>
      <vt:lpstr>Wingdings</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Swapnajeet A</dc:creator>
  <cp:lastModifiedBy>Rajbeer Singh</cp:lastModifiedBy>
  <cp:revision>7</cp:revision>
  <dcterms:created xsi:type="dcterms:W3CDTF">2024-10-20T07:13:28Z</dcterms:created>
  <dcterms:modified xsi:type="dcterms:W3CDTF">2026-02-09T07:09:25Z</dcterms:modified>
</cp:coreProperties>
</file>